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My Portfolio Website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HTML, CSS, and JavaScript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 personal portfolio website</a:t>
            </a:r>
          </a:p>
          <a:p>
            <a:r>
              <a:t>• Built using HTML, CSS, and JavaScript</a:t>
            </a:r>
          </a:p>
          <a:p>
            <a:r>
              <a:t>• Contains sections: Home, About, Projects, Contact</a:t>
            </a:r>
          </a:p>
          <a:p>
            <a:r>
              <a:t>• Includes a Theme Toggle (Dark/Light)</a:t>
            </a:r>
          </a:p>
          <a:p>
            <a:r>
              <a:t>• Responsive layout with modern design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HTML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Navbar with links and theme button</a:t>
            </a:r>
          </a:p>
          <a:p>
            <a:r>
              <a:t>• Hero section introducing developer</a:t>
            </a:r>
          </a:p>
          <a:p>
            <a:r>
              <a:t>• About section with bio and skills</a:t>
            </a:r>
          </a:p>
          <a:p>
            <a:r>
              <a:t>• Projects section (3 sample projects)</a:t>
            </a:r>
          </a:p>
          <a:p>
            <a:r>
              <a:t>• Contact form with demo submission</a:t>
            </a:r>
          </a:p>
          <a:p>
            <a:r>
              <a:t>• Footer with current year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CSS Styling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Uses modern fonts and colors</a:t>
            </a:r>
          </a:p>
          <a:p>
            <a:r>
              <a:t>• Sticky navbar with dark/light theme</a:t>
            </a:r>
          </a:p>
          <a:p>
            <a:r>
              <a:t>• Gradient hero section</a:t>
            </a:r>
          </a:p>
          <a:p>
            <a:r>
              <a:t>• Grid layout for projects</a:t>
            </a:r>
          </a:p>
          <a:p>
            <a:r>
              <a:t>• Responsive and user-friendly design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JavaScript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Theme toggle button (light/dark mode)</a:t>
            </a:r>
          </a:p>
          <a:p>
            <a:r>
              <a:t>• Dynamic footer year update</a:t>
            </a:r>
          </a:p>
          <a:p>
            <a:r>
              <a:t>• Contact form demo handling (status message)</a:t>
            </a:r>
          </a:p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 clean and modern portfolio website</a:t>
            </a:r>
          </a:p>
          <a:p>
            <a:r>
              <a:t>• Highlights developer's skills and projects</a:t>
            </a:r>
          </a:p>
          <a:p>
            <a:r>
              <a:t>• Fully responsive and interactive</a:t>
            </a:r>
          </a:p>
          <a:p>
            <a:r>
              <a:t>• Can be hosted on GitHub Pages or Netlify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